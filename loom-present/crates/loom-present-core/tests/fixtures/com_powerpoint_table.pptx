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7FD70-4493-3CAA-F489-018141316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1BC91-BEE8-C267-EC29-856019B16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A86FB-BA19-0519-7B28-4C315173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4950A-7015-E2F0-5823-F290B597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CAD9C-73E0-AD3A-ADC3-8090EB7B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75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0676-2197-CFC6-0861-F77112D1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32363-283B-E132-0885-8380F02CC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3C572-E9F5-E309-10A7-E13C117C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BCB29-7392-DFB7-3504-F64161AB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7AD4F-380C-7E03-1399-8BA64E3B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31D2A-F90E-6271-5A15-61194B04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3BEF-037D-B390-726A-4E5883832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4709-F604-CCE5-8E16-270CE5F3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ADC64-5688-D858-E649-3B621AB1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9D495-A58B-F4B5-B9C6-B68159D3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42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4F1C-961F-E4E1-EDFF-43F30BEA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1893-3A83-E559-FD34-23FD9B229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7AAB2-345C-FB77-BBFB-ACBF28601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3DDF9-6022-B1E4-0591-7140AF15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11185-96FC-F8FA-D4F5-50E6ECBF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A5B0-DD2C-F3F7-C417-DF81325D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8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7BE2-F65E-B832-930C-C07A8D9B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2AE4-6EAE-F610-D12C-B09F8635F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B6044-5B03-ACCA-4B2C-E30380581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56D28-DCF3-0C16-0FDE-F14C6063E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C1992-B5B3-D9A7-ABC7-036A8597F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4DBAA-1999-F350-E92C-B8842FBA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24255-B553-5779-EF13-271D56A7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B01C2-2F03-D0F6-2EC8-8DC2BDC1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8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9D8F-792B-3866-E00F-92CB0140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DA6C4-782D-827F-AF56-20747480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095F4-328B-89D7-1DF6-B1CE408F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95D3E-5A07-8AC0-6448-3AA9AEA7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12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118AE-F53C-2655-DBBA-6D769136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63FC3-F1A9-30CA-C14E-B8E660F6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2E59A-8EA0-B7C7-6634-C4048A75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07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B03-29ED-92E3-AC27-F31D523E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63F6F-D12F-FC23-D2FF-E5A885DFA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941F3-873F-33BA-D412-A6C6FDF95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35614-3CD0-0EA8-8BE7-062974E1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FA963-4E02-8C14-1B54-7FDA57D8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8AD7E-7EB0-F584-8FC9-7E7D4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85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F05B-3ACB-C2C0-50DB-54FF98BF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FDD39-8CB8-0221-BD04-6A653BA09A3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7F40A-8B37-C1DB-5FB9-CB34F6306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67A55-2F1B-B695-35A6-634ABCB5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8E196-F305-C72E-193F-F91A6726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ECB7E-DF87-567A-FD96-1AACDA97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51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F398-AB1D-7E9A-0976-EFCFE73E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988E7-190C-5485-0D99-E94DF4723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1EBC3-5275-B490-4BDD-4A309B0E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3A87A-7CCD-69B0-8E6D-4A5EEDCC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ECDB7-9857-51FC-C808-17D49A97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1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B954D-4CDD-2C82-BAEC-46B1FD3ED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160B3-8CCE-507F-6CB4-11B3978A4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8DE9-99E7-86AA-1C84-FA6E58B2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9890D-87D0-7DCD-556E-F1A30813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5AB7-0508-4D55-1D97-CEAF021E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56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6AADE-A450-F124-6E0E-DCF884A9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9D5DF-B06D-E421-FB8A-00C225AED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5987-5385-6BE9-0140-193FEFFF5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AA37F-D2B7-4710-BC50-5FA44F81C7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3A482-F07C-BCD9-D17E-FB9002EA6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3179-839B-8097-18E7-53DAAA5C3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95CE4-1A69-4F87-9D9D-6B371E7AE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51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05165D-0EF7-2B5F-0835-C7FCF21C6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79589"/>
              </p:ext>
            </p:extLst>
          </p:nvPr>
        </p:nvGraphicFramePr>
        <p:xfrm>
          <a:off x="1270000" y="1270000"/>
          <a:ext cx="508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588483031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3967818368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76522503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en-IN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Header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5605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/>
                        <a:t>Data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36910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/>
                        <a:t>Data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53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36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Palaash Atri</dc:creator>
  <cp:lastModifiedBy>Palaash Atri</cp:lastModifiedBy>
  <cp:revision>1</cp:revision>
  <dcterms:created xsi:type="dcterms:W3CDTF">2026-10-13T13:52:41Z</dcterms:created>
  <dcterms:modified xsi:type="dcterms:W3CDTF">2026-10-13T13:52:41Z</dcterms:modified>
</cp:coreProperties>
</file>