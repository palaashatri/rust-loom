
<file path=[Content_Types].xml><?xml version="1.0" encoding="utf-8"?>
<Types xmlns="http://schemas.openxmlformats.org/package/2006/content-types">
  <Default Extension="rels" ContentType="application/vnd.openxmlformats-package.relationships+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2"/>
  </p:sldIdLst>
</p:presentation>
</file>

<file path=ppt/_rels/presentation.xml.rels><?xml version="1.0" encoding="UTF-8" standalone="yes"?>
<Relationships xmlns="http://schemas.openxmlformats.org/package/2006/relationships">
<Relationship Id="rId2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>
  <p:cSld>
    <p:spTree>
      <p:nvGrpSpPr>
        <p:cNvPr id="1" name=""/>
      </p:nvGrpSpPr>
    </p:spTree>
  </p:cSld>
</p:sld>
</file>